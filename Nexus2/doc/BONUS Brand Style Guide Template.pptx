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lissa Dusette" initials="MD" lastIdx="1" clrIdx="0">
    <p:extLst>
      <p:ext uri="{19B8F6BF-5375-455C-9EA6-DF929625EA0E}">
        <p15:presenceInfo xmlns:p15="http://schemas.microsoft.com/office/powerpoint/2012/main" userId="d39d69835eff19b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B87"/>
    <a:srgbClr val="B1D0E9"/>
    <a:srgbClr val="676686"/>
    <a:srgbClr val="C89C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60" y="1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6B83C-323F-44B8-B0B7-D88470202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F1A1AB-3937-4A0E-BDC4-9CC93ED946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E8588-34DD-4C8A-9788-BD11E902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76B3C-9B31-4E68-A246-26D3486D6075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E0971-EA28-42FB-8482-43F4ADC29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6D861-97D6-4370-9C5B-CCEF8008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B13BA-80A7-4F6A-9038-839AECF2B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35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975B2-2F4B-4EE6-B1FC-B066FDFD2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6FBC1-9E16-4C93-9DCF-0DFEC4634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DA050-9A71-4F10-926F-0530B64E1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76B3C-9B31-4E68-A246-26D3486D6075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1220F-00DF-4313-8180-1B8027FD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C8FD7-59B9-41A3-8EF5-D5098815A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B13BA-80A7-4F6A-9038-839AECF2B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6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17BC5-4C66-4738-AFEF-F27D0582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C989B-A1D2-4F42-98AB-D09F3B906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C8B9B-89E2-4BAC-B55F-E7A50B251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76B3C-9B31-4E68-A246-26D3486D6075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57611-22FC-4451-97F7-F8B7E2A08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96294-A4B0-4037-8921-83807BCE3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B13BA-80A7-4F6A-9038-839AECF2B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09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9C212-D4EC-4E12-B990-65CCAF883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76C7F-A539-46FB-9110-219EA53B5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2C1CB-3C2E-4545-A206-458F492C4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2245C-50D8-49DA-AB9B-D4637E031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76B3C-9B31-4E68-A246-26D3486D6075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D67074-0849-43C7-8701-887CAEC76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BCBE26-DCD1-4E42-BC2A-90A41E442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B13BA-80A7-4F6A-9038-839AECF2B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44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A8D3-B521-4483-8384-8F966A656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571C9D-63AE-401A-842C-6290EBE8E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161A33-08DB-4223-A44B-01E27E38A9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2E16CF-7A09-43B9-A40E-EC92B37359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D00A29-500C-4338-AEDF-EAD21E2106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987A21-2F23-414A-AF5A-F97D8F840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76B3C-9B31-4E68-A246-26D3486D6075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35098E-B2B0-4C41-B8F6-15F3C297D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27D7BA-488B-42F3-A8D8-C7F80DB23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B13BA-80A7-4F6A-9038-839AECF2B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842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01763-553D-421F-88D5-8DC4258E4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8BBCC3-CA9F-4201-8525-7C4C03ED8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76B3C-9B31-4E68-A246-26D3486D6075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9599EC-F325-40B3-AA1C-2D4D785D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EA2257-65E4-42E2-8726-65701306E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B13BA-80A7-4F6A-9038-839AECF2B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59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340012-8289-4473-A76F-2A880B3E9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76B3C-9B31-4E68-A246-26D3486D6075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9B8D7B-7F15-484E-8E3F-55D54F1B3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7E00E-0F07-4B8B-AE65-086D2A60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B13BA-80A7-4F6A-9038-839AECF2B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603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E5999-7B46-41D1-99C5-ED47F7E5B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F8839-C142-49F6-BDC8-5A4A9A64E5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564A7-2253-4DFE-AEF4-8CEBC2CF7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D1DA2-2173-4A75-AEC7-A6AD5F76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76B3C-9B31-4E68-A246-26D3486D6075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5C53A-BD09-435B-BEB2-EAC6FB963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22B4FF-4D65-4B67-B305-81C69D31E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B13BA-80A7-4F6A-9038-839AECF2B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05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8C457-F54B-4A5E-8FFF-CFFE1D68A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0AAFDF-E100-4F47-923C-232E1B836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40771-79F9-4D71-B309-573955827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F32B2-80F7-45EC-B39B-438C54CC6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76B3C-9B31-4E68-A246-26D3486D6075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1B0462-279C-4C67-880D-84BD8708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DCECF-B96B-4539-8D87-65798B65E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B13BA-80A7-4F6A-9038-839AECF2B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44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96AF7-7068-4DA9-BBA1-FC6315C8F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CF3B5-72A3-463E-B05E-9A279ECAE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94C48-00C7-4EA6-A275-6E0B7A77A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76B3C-9B31-4E68-A246-26D3486D6075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0B41E-2890-43E6-BBBE-0E8DAFCF5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256B9-6028-4F66-AFFC-2AA6A686B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B13BA-80A7-4F6A-9038-839AECF2B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724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4A3D1E-DFF7-40B3-894A-37D9E932BA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CD347-C1C4-4F3C-95C2-0FD617977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75202-129D-44AC-A7E7-FFEBB282F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76B3C-9B31-4E68-A246-26D3486D6075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BF69B-11CD-48D1-8062-95823D6A7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152DC-D9CD-4E14-9B7C-997C7773E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B13BA-80A7-4F6A-9038-839AECF2B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76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5FB27C-7380-4576-A42D-DBA7DB5D4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15CD6-B90B-45E5-881A-A668DF4E8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F0629-2764-416D-9146-0652EF875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76B3C-9B31-4E68-A246-26D3486D6075}" type="datetimeFigureOut">
              <a:rPr lang="en-US" smtClean="0"/>
              <a:t>9/5/2019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FE266-7010-403D-AA3D-DFBA5783AB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38A7AC-6E3C-456A-8BEC-D7F5B117B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DB13BA-80A7-4F6A-9038-839AECF2B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76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F536B1-50E4-4C89-8F84-67D2D2A636D0}"/>
              </a:ext>
            </a:extLst>
          </p:cNvPr>
          <p:cNvSpPr txBox="1"/>
          <p:nvPr/>
        </p:nvSpPr>
        <p:spPr>
          <a:xfrm>
            <a:off x="394411" y="298948"/>
            <a:ext cx="4034153" cy="386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9" b="1" dirty="0"/>
              <a:t>Brand Style Guide: &lt;company name&gt;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9A07D2-8352-4AB2-AD10-FF55EC84B335}"/>
              </a:ext>
            </a:extLst>
          </p:cNvPr>
          <p:cNvSpPr txBox="1"/>
          <p:nvPr/>
        </p:nvSpPr>
        <p:spPr>
          <a:xfrm>
            <a:off x="446137" y="2779878"/>
            <a:ext cx="1965350" cy="34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36" b="1" dirty="0"/>
              <a:t>Color Scheme: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28B78E-A765-45BE-B2DF-92B84F3A8D8C}"/>
              </a:ext>
            </a:extLst>
          </p:cNvPr>
          <p:cNvSpPr txBox="1"/>
          <p:nvPr/>
        </p:nvSpPr>
        <p:spPr>
          <a:xfrm>
            <a:off x="446137" y="889910"/>
            <a:ext cx="813405" cy="34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36" b="1" dirty="0"/>
              <a:t>Logo 1: 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6DD321-2AC2-414D-8D6A-544087A9CF21}"/>
              </a:ext>
            </a:extLst>
          </p:cNvPr>
          <p:cNvCxnSpPr>
            <a:cxnSpLocks/>
          </p:cNvCxnSpPr>
          <p:nvPr/>
        </p:nvCxnSpPr>
        <p:spPr>
          <a:xfrm flipH="1">
            <a:off x="505155" y="762862"/>
            <a:ext cx="1118168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pic>
        <p:nvPicPr>
          <p:cNvPr id="16" name="Content Placeholder 5">
            <a:extLst>
              <a:ext uri="{FF2B5EF4-FFF2-40B4-BE49-F238E27FC236}">
                <a16:creationId xmlns:a16="http://schemas.microsoft.com/office/drawing/2014/main" id="{42E1F7D5-426A-483C-8178-60998D540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1145" y="6131418"/>
            <a:ext cx="714027" cy="7140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244CF7F-DDB1-4C3B-B89B-14073F1079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7568" y="1374869"/>
            <a:ext cx="1381360" cy="13813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5E09713-B7CB-4B01-B807-75E5A0269DAE}"/>
              </a:ext>
            </a:extLst>
          </p:cNvPr>
          <p:cNvSpPr txBox="1"/>
          <p:nvPr/>
        </p:nvSpPr>
        <p:spPr>
          <a:xfrm>
            <a:off x="3497092" y="896696"/>
            <a:ext cx="1526098" cy="344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36" b="1" dirty="0"/>
              <a:t>Alternate Logo: </a:t>
            </a:r>
          </a:p>
        </p:txBody>
      </p:sp>
      <p:pic>
        <p:nvPicPr>
          <p:cNvPr id="22" name="Picture 21" descr="A picture containing book, text&#10;&#10;Description automatically generated">
            <a:extLst>
              <a:ext uri="{FF2B5EF4-FFF2-40B4-BE49-F238E27FC236}">
                <a16:creationId xmlns:a16="http://schemas.microsoft.com/office/drawing/2014/main" id="{FA620A86-C901-440F-B7E3-3B7FBAA2BCD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64"/>
          <a:stretch/>
        </p:blipFill>
        <p:spPr>
          <a:xfrm>
            <a:off x="3070179" y="1524750"/>
            <a:ext cx="1679746" cy="114936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1350484-D6F3-47C7-B20B-12190174442D}"/>
              </a:ext>
            </a:extLst>
          </p:cNvPr>
          <p:cNvSpPr txBox="1"/>
          <p:nvPr/>
        </p:nvSpPr>
        <p:spPr>
          <a:xfrm>
            <a:off x="8135332" y="160256"/>
            <a:ext cx="35515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>
                    <a:lumMod val="50000"/>
                  </a:schemeClr>
                </a:solidFill>
              </a:rPr>
              <a:t>DELETE ME: To replace images, double click and select “change picture.”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D5EEEB-6D70-4425-8484-69EBDBE48CD8}"/>
              </a:ext>
            </a:extLst>
          </p:cNvPr>
          <p:cNvSpPr txBox="1"/>
          <p:nvPr/>
        </p:nvSpPr>
        <p:spPr>
          <a:xfrm>
            <a:off x="1792275" y="3446910"/>
            <a:ext cx="2224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R: </a:t>
            </a:r>
            <a:r>
              <a:rPr lang="en-US" sz="1400" b="1" dirty="0"/>
              <a:t>51 </a:t>
            </a:r>
            <a:r>
              <a:rPr lang="en-US" sz="1400" dirty="0"/>
              <a:t>G: </a:t>
            </a:r>
            <a:r>
              <a:rPr lang="en-US" sz="1400" b="1" dirty="0"/>
              <a:t>107</a:t>
            </a:r>
            <a:r>
              <a:rPr lang="en-US" sz="1400" dirty="0"/>
              <a:t> B: </a:t>
            </a:r>
            <a:r>
              <a:rPr lang="en-US" sz="1400" b="1" dirty="0"/>
              <a:t>135</a:t>
            </a:r>
          </a:p>
          <a:p>
            <a:r>
              <a:rPr lang="en-US" sz="1400" dirty="0"/>
              <a:t>Hex: #</a:t>
            </a:r>
            <a:r>
              <a:rPr lang="en-US" sz="1400" b="1" dirty="0"/>
              <a:t>336b87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433CCD-3A84-4BE7-AF16-1666B99A48F7}"/>
              </a:ext>
            </a:extLst>
          </p:cNvPr>
          <p:cNvSpPr txBox="1"/>
          <p:nvPr/>
        </p:nvSpPr>
        <p:spPr>
          <a:xfrm>
            <a:off x="6857999" y="885004"/>
            <a:ext cx="4828844" cy="5018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36" b="1" dirty="0"/>
              <a:t>Fonts/Typography: </a:t>
            </a:r>
          </a:p>
          <a:p>
            <a:endParaRPr lang="en-US" sz="1636" dirty="0"/>
          </a:p>
          <a:p>
            <a:r>
              <a:rPr lang="en-US" sz="1636" dirty="0"/>
              <a:t>H1: </a:t>
            </a:r>
            <a:r>
              <a:rPr lang="en-US" sz="2400" b="1" dirty="0">
                <a:latin typeface="Brandon Grotesque Regular" panose="020B0503020203060202" pitchFamily="34" charset="0"/>
              </a:rPr>
              <a:t>Brandon Grotesque Bold 24pt</a:t>
            </a:r>
          </a:p>
          <a:p>
            <a:r>
              <a:rPr lang="en-US" sz="1636" dirty="0"/>
              <a:t>H2: </a:t>
            </a:r>
            <a:r>
              <a:rPr lang="en-US" i="1" dirty="0">
                <a:latin typeface="Palatino Linotype" panose="02040502050505030304" pitchFamily="18" charset="0"/>
              </a:rPr>
              <a:t>Linotype Didot 18pt</a:t>
            </a:r>
          </a:p>
          <a:p>
            <a:r>
              <a:rPr lang="en-US" sz="1636" dirty="0"/>
              <a:t>P1: </a:t>
            </a:r>
            <a:r>
              <a:rPr lang="en-US" sz="1400" dirty="0">
                <a:latin typeface="Brandon Grotesque Regular" panose="020B0503020203060202" pitchFamily="34" charset="0"/>
              </a:rPr>
              <a:t>Brandon Grotesque 14pt</a:t>
            </a:r>
          </a:p>
          <a:p>
            <a:endParaRPr lang="en-US" sz="1636" i="1" dirty="0">
              <a:latin typeface="Palatino Linotype" panose="02040502050505030304" pitchFamily="18" charset="0"/>
            </a:endParaRPr>
          </a:p>
          <a:p>
            <a:endParaRPr lang="en-US" sz="1636" i="1" dirty="0">
              <a:latin typeface="Palatino Linotype" panose="02040502050505030304" pitchFamily="18" charset="0"/>
            </a:endParaRPr>
          </a:p>
          <a:p>
            <a:r>
              <a:rPr lang="en-US" sz="1636" b="1" dirty="0"/>
              <a:t>Tagline: </a:t>
            </a:r>
            <a:r>
              <a:rPr lang="en-US" sz="1636" dirty="0"/>
              <a:t>No more coffee shop photos!</a:t>
            </a:r>
          </a:p>
          <a:p>
            <a:endParaRPr lang="en-US" sz="1636" dirty="0"/>
          </a:p>
          <a:p>
            <a:r>
              <a:rPr lang="en-US" sz="1636" b="1" dirty="0"/>
              <a:t>Mission Statement: </a:t>
            </a:r>
            <a:r>
              <a:rPr lang="en-US" sz="1636" dirty="0"/>
              <a:t>Insert here.</a:t>
            </a:r>
          </a:p>
          <a:p>
            <a:endParaRPr lang="en-US" sz="1636" dirty="0"/>
          </a:p>
          <a:p>
            <a:r>
              <a:rPr lang="en-US" sz="1636" b="1" dirty="0"/>
              <a:t>Tone of Voice: </a:t>
            </a:r>
            <a:r>
              <a:rPr lang="en-US" sz="1636" dirty="0"/>
              <a:t>Fun, approachable, and genuine.</a:t>
            </a:r>
          </a:p>
          <a:p>
            <a:endParaRPr lang="en-US" sz="1636" dirty="0"/>
          </a:p>
          <a:p>
            <a:r>
              <a:rPr lang="en-US" sz="1636" b="1" dirty="0"/>
              <a:t>Hashtags: </a:t>
            </a:r>
          </a:p>
          <a:p>
            <a:r>
              <a:rPr lang="en-US" sz="1636" dirty="0"/>
              <a:t>#</a:t>
            </a:r>
            <a:r>
              <a:rPr lang="en-US" sz="1636" dirty="0" err="1"/>
              <a:t>GoldenWolfPhoto</a:t>
            </a:r>
            <a:r>
              <a:rPr lang="en-US" sz="1636" dirty="0"/>
              <a:t> </a:t>
            </a:r>
          </a:p>
          <a:p>
            <a:r>
              <a:rPr lang="en-US" sz="1636" dirty="0"/>
              <a:t>#</a:t>
            </a:r>
            <a:r>
              <a:rPr lang="en-US" sz="1636" dirty="0" err="1"/>
              <a:t>YourStory</a:t>
            </a:r>
            <a:endParaRPr lang="en-US" sz="1636" dirty="0"/>
          </a:p>
          <a:p>
            <a:r>
              <a:rPr lang="en-US" sz="1636" dirty="0"/>
              <a:t>#</a:t>
            </a:r>
            <a:r>
              <a:rPr lang="en-US" sz="1636" dirty="0" err="1"/>
              <a:t>MarketingMojo</a:t>
            </a:r>
            <a:endParaRPr lang="en-US" sz="1636" dirty="0"/>
          </a:p>
          <a:p>
            <a:endParaRPr lang="en-US" sz="1636" dirty="0"/>
          </a:p>
          <a:p>
            <a:endParaRPr lang="en-US" sz="1636" dirty="0"/>
          </a:p>
        </p:txBody>
      </p:sp>
      <p:sp>
        <p:nvSpPr>
          <p:cNvPr id="33" name="Hexagon 32">
            <a:extLst>
              <a:ext uri="{FF2B5EF4-FFF2-40B4-BE49-F238E27FC236}">
                <a16:creationId xmlns:a16="http://schemas.microsoft.com/office/drawing/2014/main" id="{7ED5D4F6-7F22-41DC-9FB4-131B236666C4}"/>
              </a:ext>
            </a:extLst>
          </p:cNvPr>
          <p:cNvSpPr/>
          <p:nvPr/>
        </p:nvSpPr>
        <p:spPr>
          <a:xfrm>
            <a:off x="527568" y="3467872"/>
            <a:ext cx="1264707" cy="1091607"/>
          </a:xfrm>
          <a:prstGeom prst="hexagon">
            <a:avLst/>
          </a:prstGeom>
          <a:solidFill>
            <a:srgbClr val="336B8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Hexagon 33">
            <a:extLst>
              <a:ext uri="{FF2B5EF4-FFF2-40B4-BE49-F238E27FC236}">
                <a16:creationId xmlns:a16="http://schemas.microsoft.com/office/drawing/2014/main" id="{9880F390-D296-4EB1-8A6B-13C51F328B30}"/>
              </a:ext>
            </a:extLst>
          </p:cNvPr>
          <p:cNvSpPr/>
          <p:nvPr/>
        </p:nvSpPr>
        <p:spPr>
          <a:xfrm>
            <a:off x="1620987" y="4052605"/>
            <a:ext cx="1220771" cy="1069200"/>
          </a:xfrm>
          <a:prstGeom prst="hexagon">
            <a:avLst/>
          </a:prstGeom>
          <a:solidFill>
            <a:srgbClr val="C89C4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Hexagon 34">
            <a:extLst>
              <a:ext uri="{FF2B5EF4-FFF2-40B4-BE49-F238E27FC236}">
                <a16:creationId xmlns:a16="http://schemas.microsoft.com/office/drawing/2014/main" id="{30C3D318-8CF2-40C8-B61C-7D6CB29D03D6}"/>
              </a:ext>
            </a:extLst>
          </p:cNvPr>
          <p:cNvSpPr/>
          <p:nvPr/>
        </p:nvSpPr>
        <p:spPr>
          <a:xfrm>
            <a:off x="544256" y="4683457"/>
            <a:ext cx="1220771" cy="1069200"/>
          </a:xfrm>
          <a:prstGeom prst="hexagon">
            <a:avLst/>
          </a:prstGeom>
          <a:solidFill>
            <a:srgbClr val="67668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79FBA1-DC2E-46F2-B1FD-820CEBAF7CAC}"/>
              </a:ext>
            </a:extLst>
          </p:cNvPr>
          <p:cNvSpPr txBox="1"/>
          <p:nvPr/>
        </p:nvSpPr>
        <p:spPr>
          <a:xfrm>
            <a:off x="2798463" y="4587205"/>
            <a:ext cx="2224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R: </a:t>
            </a:r>
            <a:r>
              <a:rPr lang="en-US" sz="1400" b="1" dirty="0"/>
              <a:t>200 </a:t>
            </a:r>
            <a:r>
              <a:rPr lang="en-US" sz="1400" dirty="0"/>
              <a:t>G: </a:t>
            </a:r>
            <a:r>
              <a:rPr lang="en-US" sz="1400" b="1" dirty="0"/>
              <a:t>156</a:t>
            </a:r>
            <a:r>
              <a:rPr lang="en-US" sz="1400" dirty="0"/>
              <a:t> B: </a:t>
            </a:r>
            <a:r>
              <a:rPr lang="en-US" sz="1400" b="1" dirty="0"/>
              <a:t>74</a:t>
            </a:r>
          </a:p>
          <a:p>
            <a:r>
              <a:rPr lang="en-US" sz="1400" dirty="0"/>
              <a:t>Hex: #</a:t>
            </a:r>
            <a:r>
              <a:rPr lang="en-US" sz="1400" b="1" dirty="0"/>
              <a:t>c89c4a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B147290-F272-4F50-8149-3B4D4DCC58DF}"/>
              </a:ext>
            </a:extLst>
          </p:cNvPr>
          <p:cNvSpPr txBox="1"/>
          <p:nvPr/>
        </p:nvSpPr>
        <p:spPr>
          <a:xfrm>
            <a:off x="1765027" y="5250388"/>
            <a:ext cx="22247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R: </a:t>
            </a:r>
            <a:r>
              <a:rPr lang="en-US" sz="1400" b="1" dirty="0"/>
              <a:t>103 </a:t>
            </a:r>
            <a:r>
              <a:rPr lang="en-US" sz="1400" dirty="0"/>
              <a:t>G: </a:t>
            </a:r>
            <a:r>
              <a:rPr lang="en-US" sz="1400" b="1" dirty="0"/>
              <a:t>102</a:t>
            </a:r>
            <a:r>
              <a:rPr lang="en-US" sz="1400" dirty="0"/>
              <a:t> B: </a:t>
            </a:r>
            <a:r>
              <a:rPr lang="en-US" sz="1400" b="1" dirty="0"/>
              <a:t>134</a:t>
            </a:r>
          </a:p>
          <a:p>
            <a:r>
              <a:rPr lang="en-US" sz="1400" dirty="0"/>
              <a:t>Hex: #</a:t>
            </a:r>
            <a:r>
              <a:rPr lang="en-US" sz="1400" b="1" dirty="0"/>
              <a:t>676686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F190E28-12C2-4F7A-A383-90553793ACC4}"/>
              </a:ext>
            </a:extLst>
          </p:cNvPr>
          <p:cNvCxnSpPr>
            <a:cxnSpLocks/>
          </p:cNvCxnSpPr>
          <p:nvPr/>
        </p:nvCxnSpPr>
        <p:spPr>
          <a:xfrm flipH="1">
            <a:off x="505154" y="6247654"/>
            <a:ext cx="11181689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5934DA4-653D-4BE9-83D7-E225B56F8CB7}"/>
              </a:ext>
            </a:extLst>
          </p:cNvPr>
          <p:cNvSpPr txBox="1"/>
          <p:nvPr/>
        </p:nvSpPr>
        <p:spPr>
          <a:xfrm>
            <a:off x="4366825" y="3735722"/>
            <a:ext cx="200569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bg1">
                    <a:lumMod val="50000"/>
                  </a:schemeClr>
                </a:solidFill>
              </a:rPr>
              <a:t>DELETE ME: To change color of hexagons, click shape, go to “Shape Fill,” More Fill Colors,” select “Custom” tab, and enter your RGB numbers.</a:t>
            </a:r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8796D231-B16C-4145-B9A7-3E7C6A5A86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68" y="6403591"/>
            <a:ext cx="188545" cy="188545"/>
          </a:xfrm>
          <a:prstGeom prst="rect">
            <a:avLst/>
          </a:prstGeom>
        </p:spPr>
      </p:pic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DFD7DB49-8FC6-4CC6-BB2A-15A6FA5532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669" y="6400730"/>
            <a:ext cx="202340" cy="2023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D6B1084-9421-4133-B808-C1431E433A99}"/>
              </a:ext>
            </a:extLst>
          </p:cNvPr>
          <p:cNvSpPr txBox="1"/>
          <p:nvPr/>
        </p:nvSpPr>
        <p:spPr>
          <a:xfrm>
            <a:off x="936326" y="6377178"/>
            <a:ext cx="18621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336B87"/>
                </a:solidFill>
                <a:latin typeface="Oswald" panose="02000503000000000000" pitchFamily="2" charset="0"/>
              </a:rPr>
              <a:t>/</a:t>
            </a:r>
            <a:r>
              <a:rPr lang="en-US" sz="1200" dirty="0" err="1">
                <a:solidFill>
                  <a:srgbClr val="336B87"/>
                </a:solidFill>
                <a:latin typeface="Oswald" panose="02000503000000000000" pitchFamily="2" charset="0"/>
              </a:rPr>
              <a:t>goldenwolfphoto</a:t>
            </a:r>
            <a:endParaRPr lang="en-US" sz="1200" dirty="0">
              <a:solidFill>
                <a:srgbClr val="336B87"/>
              </a:solidFill>
              <a:latin typeface="Oswald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550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160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Brandon Grotesque Regular</vt:lpstr>
      <vt:lpstr>Calibri</vt:lpstr>
      <vt:lpstr>Calibri Light</vt:lpstr>
      <vt:lpstr>Oswald</vt:lpstr>
      <vt:lpstr>Palatino Linotype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Melissa Dusette</dc:creator>
  <cp:lastModifiedBy>Melissa Dusette</cp:lastModifiedBy>
  <cp:revision>34</cp:revision>
  <dcterms:created xsi:type="dcterms:W3CDTF">2019-08-08T19:04:24Z</dcterms:created>
  <dcterms:modified xsi:type="dcterms:W3CDTF">2019-09-05T19:34:06Z</dcterms:modified>
</cp:coreProperties>
</file>